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41"/>
    <p:restoredTop sz="90682"/>
  </p:normalViewPr>
  <p:slideViewPr>
    <p:cSldViewPr snapToGrid="0">
      <p:cViewPr varScale="1">
        <p:scale>
          <a:sx n="140" d="100"/>
          <a:sy n="140" d="100"/>
        </p:scale>
        <p:origin x="1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D9C8F-E768-E444-B0FD-D00ABED39601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1C534-3DD0-FB40-AB3E-42F1F98B9D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119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Coarse graining is well-constrained to the same scale across all datasets </a:t>
            </a:r>
          </a:p>
          <a:p>
            <a:pPr marL="171450" indent="-171450">
              <a:buFontTx/>
              <a:buChar char="-"/>
            </a:pPr>
            <a:r>
              <a:rPr lang="en-US" dirty="0"/>
              <a:t>SWOT and </a:t>
            </a:r>
            <a:r>
              <a:rPr lang="en-US" dirty="0" err="1"/>
              <a:t>simSWOT</a:t>
            </a:r>
            <a:r>
              <a:rPr lang="en-US" dirty="0"/>
              <a:t> science phases match very nicely with coarse graining, fast phases match less</a:t>
            </a:r>
          </a:p>
          <a:p>
            <a:pPr marL="171450" indent="-171450">
              <a:buFontTx/>
              <a:buChar char="-"/>
            </a:pPr>
            <a:r>
              <a:rPr lang="en-US" dirty="0"/>
              <a:t>SWOT science CG and ASF match pretty well, with </a:t>
            </a:r>
            <a:r>
              <a:rPr lang="en-US" dirty="0" err="1"/>
              <a:t>simSWOT</a:t>
            </a:r>
            <a:r>
              <a:rPr lang="en-US" dirty="0"/>
              <a:t> ASF larger than CG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06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LLC4320 and </a:t>
            </a:r>
            <a:r>
              <a:rPr lang="en-US" dirty="0" err="1"/>
              <a:t>simSWOT</a:t>
            </a:r>
            <a:r>
              <a:rPr lang="en-US" dirty="0"/>
              <a:t> both are much larger than SWOT, likely because of sea ice. If we select for specific times of year (summer), perhaps this won’t be such a problem. Otherwise difficult to compare with SWOT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1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LLC seems to match better with fast phase </a:t>
            </a:r>
            <a:r>
              <a:rPr lang="en-US" dirty="0" err="1"/>
              <a:t>simSWOT</a:t>
            </a:r>
            <a:r>
              <a:rPr lang="en-US" dirty="0"/>
              <a:t> and SWOT compared to science phase</a:t>
            </a:r>
          </a:p>
          <a:p>
            <a:pPr marL="171450" indent="-171450">
              <a:buFontTx/>
              <a:buChar char="-"/>
            </a:pPr>
            <a:r>
              <a:rPr lang="en-US" dirty="0"/>
              <a:t>ASF ~10x larger magnitude than CG</a:t>
            </a:r>
          </a:p>
          <a:p>
            <a:pPr marL="171450" indent="-171450">
              <a:buFontTx/>
              <a:buChar char="-"/>
            </a:pPr>
            <a:r>
              <a:rPr lang="en-US" dirty="0"/>
              <a:t>SWOT fast and science match okay with CG, not as much with ASF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0403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LLC CG is huge, can’t compare with other datasets, also doesn’t match any ASFs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simSWOT</a:t>
            </a:r>
            <a:r>
              <a:rPr lang="en-US" dirty="0"/>
              <a:t> science ASF is super oscillatory, especially compared to SWOT science ASF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012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LLC and </a:t>
            </a:r>
            <a:r>
              <a:rPr lang="en-US" dirty="0" err="1"/>
              <a:t>simSWOT</a:t>
            </a:r>
            <a:r>
              <a:rPr lang="en-US" dirty="0"/>
              <a:t> science ASFs very large, hard to compare with other datasets</a:t>
            </a:r>
          </a:p>
          <a:p>
            <a:pPr marL="171450" indent="-171450">
              <a:buFontTx/>
              <a:buChar char="-"/>
            </a:pPr>
            <a:r>
              <a:rPr lang="en-US" dirty="0"/>
              <a:t>ASF ~10x larger than CG</a:t>
            </a:r>
          </a:p>
          <a:p>
            <a:pPr marL="171450" indent="-171450">
              <a:buFontTx/>
              <a:buChar char="-"/>
            </a:pPr>
            <a:r>
              <a:rPr lang="en-US" dirty="0"/>
              <a:t>SWOT science and fast CG have some agreement at larger scales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5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simSWOT</a:t>
            </a:r>
            <a:r>
              <a:rPr lang="en-US" dirty="0"/>
              <a:t> and SWOT fast phase CG agree somewhat in magnitude, other datasets are lower magnitude</a:t>
            </a:r>
          </a:p>
          <a:p>
            <a:pPr marL="171450" indent="-171450">
              <a:buFontTx/>
              <a:buChar char="-"/>
            </a:pPr>
            <a:r>
              <a:rPr lang="en-US" dirty="0"/>
              <a:t>SWOT fast and science have opposite signs for ASF – possibly a seasonal difference? </a:t>
            </a:r>
            <a:r>
              <a:rPr lang="en-US" dirty="0" err="1"/>
              <a:t>simSWOT</a:t>
            </a:r>
            <a:r>
              <a:rPr lang="en-US" dirty="0"/>
              <a:t> science is also more positive than </a:t>
            </a:r>
            <a:r>
              <a:rPr lang="en-US" dirty="0" err="1"/>
              <a:t>simSWOT</a:t>
            </a:r>
            <a:r>
              <a:rPr lang="en-US" dirty="0"/>
              <a:t> fast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3138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SWOT and </a:t>
            </a:r>
            <a:r>
              <a:rPr lang="en-US" dirty="0" err="1"/>
              <a:t>simSWOT</a:t>
            </a:r>
            <a:r>
              <a:rPr lang="en-US" dirty="0"/>
              <a:t> science CG have good agreement, fast phase not so much (SWOT fast phase is weirdly peaked)</a:t>
            </a:r>
          </a:p>
          <a:p>
            <a:pPr marL="171450" indent="-171450">
              <a:buFontTx/>
              <a:buChar char="-"/>
            </a:pPr>
            <a:r>
              <a:rPr lang="en-US" dirty="0"/>
              <a:t>All ASFs besides LLC oscillate around a similar value, but are ~10x larger than CG</a:t>
            </a:r>
          </a:p>
          <a:p>
            <a:pPr marL="171450" indent="-171450">
              <a:buFontTx/>
              <a:buChar char="-"/>
            </a:pPr>
            <a:r>
              <a:rPr lang="en-US" dirty="0"/>
              <a:t>Maybe Bessel functions would help with the oscillation here</a:t>
            </a:r>
          </a:p>
          <a:p>
            <a:pPr marL="171450" indent="-171450">
              <a:buFontTx/>
              <a:buChar char="-"/>
            </a:pPr>
            <a:r>
              <a:rPr lang="en-US" dirty="0"/>
              <a:t>I think the ASF estimates might agree with Qiu and Chen 2025 (10.1175/JPO-D-25-0042.1)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B1C534-3DD0-FB40-AB3E-42F1F98B9D5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40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CA736-593B-3949-BE0A-8281706DB0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433F5-94AB-E860-8AF6-FC4CC2F81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FDF32-C0EC-016F-99D3-E4EE39D18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CB4CE-7F7D-61C8-6546-8E297F065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A2F0D-0009-06DE-7D12-8EC739FF7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1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9DDA2-53B1-7971-FD2C-FFF2098AE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1B3CF-BDC0-CDAF-52B8-63CADC8B4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BCF7C-E095-AD70-17F0-5222BCB52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6D29-3D8D-6F2A-9B45-2FE73930B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C76C5-10D8-7657-1B31-94F97E26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99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744D9-E583-DA7B-1DCC-68304870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03C2D-38A4-70FB-1EF2-90576C8A7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9FD2F2-98D4-827F-F885-4156DD158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08CB1-9F00-5BEF-1FDC-6A655B5C7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1F0578-0A4D-AD7E-76BA-A1AAA1A2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44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09EF8-6FF8-2383-C8FC-598818D24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F87A1-CA03-9962-96F4-E9B64F1F3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469730-60B4-BBEE-5944-003B27B17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55D8D-52EB-2BE4-3A46-BD055EC53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EC523-3CBC-5130-BCC2-C4354446C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2E788-96B7-E470-4589-A6E7E565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75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C4319-E96A-A5D9-D3C2-6D108219C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B6B40-8504-B117-46D0-DA1DFF75F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53878-6B65-22C2-35F8-BCD421E9E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6B291-F63A-AB64-A71C-D958CA788D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92F1D8-BF18-8F92-69A8-9792CDABF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4F481A-AB82-5C47-4C67-61BCFF077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DF1F0-488E-0926-7047-74969B12A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FFC5C-D04F-784F-663C-A77EF58F1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49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4C9D-C17C-A879-36C3-714740DA0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3620A-C831-722B-59EA-55B76C2A1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9F1DA7-6768-0FD9-1469-E97B2D29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ECED9-1163-0DF3-AB39-EF4A906D8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70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B8E5F-C986-4FA7-991F-285E4B5E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896ED7-88E8-C14F-2650-611FAFAB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C480C-AC16-3D57-1BE8-026F05FF7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033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14EFA-6A03-BAA6-09DC-7BD7E709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369CA-346C-4925-FB2D-0AFE87B29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B25BD3-9614-9938-B13B-74EEA4D52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F75E8-2C9D-0072-E8AD-D2638EBA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DB422-7C39-A271-2D3A-D4094E5C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89F43-DAE2-E6C7-5034-3D963BD7D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1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16A0E-B3E8-7D4E-5786-DCD5C4895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8859D0-7652-360D-F5CC-47C7728A5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58690-0A78-961B-8B5D-73DF7E6C40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8A842-63F3-0EDC-9436-B392F01F3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81E4A7-BB27-DE43-A658-8D1CF042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E2AB9-C804-9D59-CDFE-040672EF6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462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761-0F11-7DA6-B0EF-55D6ED56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625FD-1A6F-C465-A86A-A18D53408B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11BC-E200-3663-2D34-432D1B6E9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320EC-E3D7-8D75-20F4-264F74C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7D553-B315-BB6B-5C7D-2B277D05B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01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B5F1A-7872-5315-D7CA-4742A68532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C58A2D-F30C-4612-7B19-1C73B924C9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516D05-AEB9-E372-D185-B713F9656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8D468-48F4-698F-5FB9-A18ED14C6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0064D-99E6-63F9-020B-6E86D2D8D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805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EB1533-FD17-F6DE-275C-28B25D1AC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D884A-E851-A61F-D7F4-0AD1EF004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B85F0-AACC-164A-BE0A-F8E7300A6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D7C804-3928-C948-8258-4287ADE484E5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CBAB7-83D7-280F-B997-E1CA8D9EB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893FA-A83D-2CE3-B6BA-4A07FC0CF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2665A-8919-E549-85EB-89389EBAB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238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F06164-2E27-AAED-ABA7-0C5C6381C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8427"/>
            <a:ext cx="8070113" cy="60525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049D2F-A57F-5707-E776-F91A7179E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C2C56E-1713-E8EB-226C-C5AE72208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83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B12BD-4745-927D-B013-2DE99373A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31B874-CCF5-F45A-C8FA-5B0C8C7467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48427"/>
            <a:ext cx="8070113" cy="6052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56A1E5-695C-114C-490A-8BB623200F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A13DCA-B7BB-3EF4-53DB-61D73EB516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534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6CE1-6902-FBC6-F80B-973B06E0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9C9E56-626F-C315-A83C-A97C60B11B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48427"/>
            <a:ext cx="8070112" cy="6052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03E9B2-0833-48B8-D2CD-AF14098B6D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AA8B7A-CF5B-3EC5-9AAB-D816D88F7C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177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85F44-5D4A-8D63-8343-1F091D52B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71F2852-9F90-4FF4-1A42-9B97BBBDD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48427"/>
            <a:ext cx="8070112" cy="6052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363C51-028A-72C6-EE14-1216D4655B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15426D-25B5-F04A-18CC-BCBE5CE056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40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221BB-C1B0-9828-B6A6-95E2DA48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C35A530-37B4-8EA9-CA98-E1A7520D09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48427"/>
            <a:ext cx="8070112" cy="6052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75D45D-1E40-016D-9B74-79CC2F14BE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93E4F1-5246-CFEA-8E4D-4F99AF6579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33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C60C4-D879-1FC4-B209-6CB7D0D75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B239E2-1B2D-7FCB-9A24-0DFDCBE65D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48427"/>
            <a:ext cx="8070112" cy="6052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A154D2-74C7-A610-40C7-D3EEA87496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E6501F-3000-1225-8BA1-37CACCC49C4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68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90F13-AEE5-36A1-0EBB-891DCEEF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156F660-ABE2-9E6E-F198-6E00C020B57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448427"/>
            <a:ext cx="8070112" cy="60525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B714AE-73D9-2EEF-2B84-9FD8C6D2FA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59040" y="0"/>
            <a:ext cx="4632960" cy="34747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1E5BA6A-75F4-1282-842F-FD550F7CE40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59040" y="3383280"/>
            <a:ext cx="463296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4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292</Words>
  <Application>Microsoft Macintosh PowerPoint</Application>
  <PresentationFormat>Widescreen</PresentationFormat>
  <Paragraphs>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Wagner, Cassidy Magnolia</dc:creator>
  <cp:lastModifiedBy>Wagner, Cassidy Magnolia</cp:lastModifiedBy>
  <cp:revision>2</cp:revision>
  <dcterms:created xsi:type="dcterms:W3CDTF">2026-06-03T23:15:01Z</dcterms:created>
  <dcterms:modified xsi:type="dcterms:W3CDTF">2026-06-03T23:41:47Z</dcterms:modified>
</cp:coreProperties>
</file>