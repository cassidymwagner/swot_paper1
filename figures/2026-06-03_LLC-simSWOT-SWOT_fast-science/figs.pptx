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63" r:id="rId2"/>
    <p:sldId id="270" r:id="rId3"/>
    <p:sldId id="284" r:id="rId4"/>
    <p:sldId id="271" r:id="rId5"/>
    <p:sldId id="264" r:id="rId6"/>
    <p:sldId id="272" r:id="rId7"/>
    <p:sldId id="287" r:id="rId8"/>
    <p:sldId id="294" r:id="rId9"/>
    <p:sldId id="288" r:id="rId10"/>
    <p:sldId id="273" r:id="rId11"/>
    <p:sldId id="265" r:id="rId12"/>
    <p:sldId id="274" r:id="rId13"/>
    <p:sldId id="289" r:id="rId14"/>
    <p:sldId id="275" r:id="rId15"/>
    <p:sldId id="266" r:id="rId16"/>
    <p:sldId id="276" r:id="rId17"/>
    <p:sldId id="290" r:id="rId18"/>
    <p:sldId id="291" r:id="rId19"/>
    <p:sldId id="277" r:id="rId20"/>
    <p:sldId id="267" r:id="rId21"/>
    <p:sldId id="278" r:id="rId22"/>
    <p:sldId id="293" r:id="rId23"/>
    <p:sldId id="292" r:id="rId24"/>
    <p:sldId id="279" r:id="rId25"/>
    <p:sldId id="268" r:id="rId26"/>
    <p:sldId id="280" r:id="rId27"/>
    <p:sldId id="285" r:id="rId28"/>
    <p:sldId id="281" r:id="rId29"/>
    <p:sldId id="269" r:id="rId30"/>
    <p:sldId id="282" r:id="rId31"/>
    <p:sldId id="286" r:id="rId32"/>
    <p:sldId id="283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136"/>
    <p:restoredTop sz="90625"/>
  </p:normalViewPr>
  <p:slideViewPr>
    <p:cSldViewPr snapToGrid="0">
      <p:cViewPr>
        <p:scale>
          <a:sx n="119" d="100"/>
          <a:sy n="119" d="100"/>
        </p:scale>
        <p:origin x="-6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D9C8F-E768-E444-B0FD-D00ABED39601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B1C534-3DD0-FB40-AB3E-42F1F98B9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1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569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217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612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3A482-E487-6711-59AF-34C5F1D8D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5DA2-6A71-E2AE-A4A3-4B4B8E20A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B3AA8-732C-8D88-5B38-6645A0F67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4F383-716E-DB69-24CD-B213A6F7B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935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7D802-1B96-D43E-F866-9F526D70A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9F171-36A8-9CD9-ED8E-3405C412B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F5EEE-11C8-FBCF-1AF9-8D6889EEE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71590-9D2E-CCF9-7BD5-3EAA3C327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815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D71E5-492A-9CDB-B316-7E1BC7B2E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21F95-42D5-6FBD-7CFB-4CD1EB6A7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779C1-C923-DA19-128F-BF4F14E68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297648-AC59-4350-FD05-4ABDACADA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103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137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4F856-C2EC-AAFE-8778-D857A076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C835C-0967-7F02-5EF7-054E2B9F5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2ADCF-1A6E-D5BB-B3D5-37873B73E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C238B-6C6E-689C-A841-5E60BEE7F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2540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424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FE7A-870E-22B1-F546-750EF8EE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CF7FF-ED87-304C-DF4A-2D1E1BDC0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A9464-D3BA-FAEE-37B1-7CA833621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88E1E-7D99-DA79-5AA0-241BF800E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40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2709E-ACEF-10A2-C78A-4AE75A777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208DB-6773-1F0C-8C38-914CC4617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C65C6-8E5A-38AC-2637-0138D4E0E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724A4-2EC8-FDBC-FE83-F9BF6B50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6615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2529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B2E42-EC94-6979-F846-C9A213F0D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AB71C-8201-0BBF-2CD3-B02F58710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BBEAE-010D-DD3D-4737-936939E9C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BC340-26BB-1537-D808-2E86A5590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2686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2C23B-ED5C-4AA9-66CD-74D5F85B4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08E48-4432-E013-FE5A-96D63CA1D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90391-7752-52C7-FB1C-031B55F45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9B0B0-2286-CCF3-08A8-8A67C77B8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3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CA736-593B-3949-BE0A-8281706DB0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3433F5-94AB-E860-8AF6-FC4CC2F81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FDF32-C0EC-016F-99D3-E4EE39D18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CB4CE-7F7D-61C8-6546-8E297F065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A2F0D-0009-06DE-7D12-8EC739FF7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10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9DDA2-53B1-7971-FD2C-FFF2098AE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1B3CF-BDC0-CDAF-52B8-63CADC8B4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BCF7C-E095-AD70-17F0-5222BCB52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6D29-3D8D-6F2A-9B45-2FE73930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C76C5-10D8-7657-1B31-94F97E265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99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744D9-E583-DA7B-1DCC-683048708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03C2D-38A4-70FB-1EF2-90576C8A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FD2F2-98D4-827F-F885-4156DD158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08CB1-9F00-5BEF-1FDC-6A655B5C7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F0578-0A4D-AD7E-76BA-A1AAA1A2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44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09EF8-6FF8-2383-C8FC-598818D24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F87A1-CA03-9962-96F4-E9B64F1F3B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469730-60B4-BBEE-5944-003B27B17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B55D8D-52EB-2BE4-3A46-BD055EC53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FEC523-3CBC-5130-BCC2-C4354446C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2E788-96B7-E470-4589-A6E7E565B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758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C4319-E96A-A5D9-D3C2-6D108219C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7B6B40-8504-B117-46D0-DA1DFF75F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753878-6B65-22C2-35F8-BCD421E9E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06B291-F63A-AB64-A71C-D958CA788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92F1D8-BF18-8F92-69A8-9792CDABF5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4F481A-AB82-5C47-4C67-61BCFF07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FDF1F0-488E-0926-7047-74969B12A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0FFC5C-D04F-784F-663C-A77EF58F1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49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4C9D-C17C-A879-36C3-714740DA0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13620A-C831-722B-59EA-55B76C2A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9F1DA7-6768-0FD9-1469-E97B2D29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ECED9-1163-0DF3-AB39-EF4A906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08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9B8E5F-C986-4FA7-991F-285E4B5E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896ED7-88E8-C14F-2650-611FAFA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C480C-AC16-3D57-1BE8-026F05FF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3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4EFA-6A03-BAA6-09DC-7BD7E709D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369CA-346C-4925-FB2D-0AFE87B29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B25BD3-9614-9938-B13B-74EEA4D529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F75E8-2C9D-0072-E8AD-D2638EBA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BDB422-7C39-A271-2D3A-D4094E5CF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289F43-DAE2-E6C7-5034-3D963BD7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1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16A0E-B3E8-7D4E-5786-DCD5C4895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8859D0-7652-360D-F5CC-47C7728A57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58690-0A78-961B-8B5D-73DF7E6C4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8A842-63F3-0EDC-9436-B392F01F3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1E4A7-BB27-DE43-A658-8D1CF042D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E2AB9-C804-9D59-CDFE-040672EF6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462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9761-0F11-7DA6-B0EF-55D6ED56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625FD-1A6F-C465-A86A-A18D53408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1BC-E200-3663-2D34-432D1B6E9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320EC-E3D7-8D75-20F4-264F74CC7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7D553-B315-BB6B-5C7D-2B277D05B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201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9B5F1A-7872-5315-D7CA-4742A68532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C58A2D-F30C-4612-7B19-1C73B924C9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516D05-AEB9-E372-D185-B713F965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8D468-48F4-698F-5FB9-A18ED14C6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0064D-99E6-63F9-020B-6E86D2D8D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5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EB1533-FD17-F6DE-275C-28B25D1AC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D884A-E851-A61F-D7F4-0AD1EF004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B85F0-AACC-164A-BE0A-F8E7300A6A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CBAB7-83D7-280F-B997-E1CA8D9EBA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893FA-A83D-2CE3-B6BA-4A07FC0CF2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38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D14F0-59DF-77B0-3B6B-3EA8C339E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</a:t>
            </a:r>
          </a:p>
        </p:txBody>
      </p:sp>
    </p:spTree>
    <p:extLst>
      <p:ext uri="{BB962C8B-B14F-4D97-AF65-F5344CB8AC3E}">
        <p14:creationId xmlns:p14="http://schemas.microsoft.com/office/powerpoint/2010/main" val="678807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C775-42B5-9F76-A251-89D1D6BF5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0"/>
            <a:ext cx="9143999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1171A0-2B2E-C4CE-5A26-DBE4788F113B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98589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888F50-3AC2-C6BF-37CC-703177E84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33A9FE-4322-69DB-3A7C-DB258451D8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CBEEE-17AA-64C4-ABFD-04E02B1526EC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909233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95FE-6664-5AAE-2EB8-5652524F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1B8BDF-574E-96CC-00CE-F2D52B190F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684CC3-DECF-7982-31BE-B6F17DA06A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72174" y="-6"/>
            <a:ext cx="4572002" cy="34290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CAA26A-C3EC-2E27-633E-FEFFF5A633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71585" y="3428996"/>
            <a:ext cx="4572001" cy="34290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3B2A34-C5D4-99AE-7374-FD0FDCC260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9EC012-5699-71D8-235F-C82FF97F50EB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6A9F79-F2AE-5E92-FD06-7553A9097F3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09B654-74C3-5AFE-29AF-C33DCEC76448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5C67-B649-460F-EB5E-3D2905B16235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3858243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73EA9-1886-67D0-E84B-73F08DA5D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747A2-555D-47EA-E63D-7B3CF06CF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Labrador Sea</a:t>
            </a:r>
          </a:p>
        </p:txBody>
      </p:sp>
    </p:spTree>
    <p:extLst>
      <p:ext uri="{BB962C8B-B14F-4D97-AF65-F5344CB8AC3E}">
        <p14:creationId xmlns:p14="http://schemas.microsoft.com/office/powerpoint/2010/main" val="505934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F54A-3467-44D7-A32E-8674EE1D3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FC7510-C5ED-3E16-6E23-EEF2ECDD5D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985D1B-7A09-6920-CD30-18F19B88AF6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897591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7826D7-88BE-D794-421D-E4C2E17A8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EDA3F8-5B8E-6DD7-83E5-2518FF69F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A133AC-44C2-0860-37CF-AF37CCCA4694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786461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975531-0BBD-112D-6D64-A91E85DF8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8D4BE0-6F6E-FF49-E499-8AEBD99D0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A36DEF-A9E0-E48A-0A03-124E7B0B096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629515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B871A92-D440-7500-B78D-4E5264AAB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E48AA8-79BC-4CF1-99F8-30E8FDFD1E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E1C587-3ADA-6DD7-8ABB-259021DE8B63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893294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D7EC-664C-F786-01B5-9DBCEBEDF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44C6B6-1A92-A98D-CBE1-67C2FFB44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449051-AB6B-2225-9F8B-4930B1FC34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055334-ECE5-0B1B-286E-92E054CC1A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32C59D-282C-5F4B-FA91-15D8D078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8DDBC3-7B2B-9D1A-19DB-1D7BE5A38069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01302-3D1A-53B2-3A43-952757DBB18C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2512A2-8C97-D2B0-AC7E-630FDDEAFD45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B5740-ECBD-AB5C-FA5C-629813BBEC26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864711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77337-BF5B-8FB7-B9CB-04C98909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5C92D-F87D-5B28-B71D-7E2D6C4ED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Caledonia</a:t>
            </a:r>
          </a:p>
        </p:txBody>
      </p:sp>
    </p:spTree>
    <p:extLst>
      <p:ext uri="{BB962C8B-B14F-4D97-AF65-F5344CB8AC3E}">
        <p14:creationId xmlns:p14="http://schemas.microsoft.com/office/powerpoint/2010/main" val="3244708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5DE26-AF53-465F-421D-05E9A3BA6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D1489B-7102-D3F9-2A48-E87390F7B5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C4C02C-2DED-18F4-4009-A834FCF16ECC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355349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B6B980-73F4-BC31-B99D-AD12F328C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7869E4-32F4-19D6-386B-D27491CA1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02BF50-B623-6E0A-E9ED-256FD34C2DD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049432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E2695-2F62-92BC-9FE2-87162C33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D6F7C2-69EA-17F3-943C-F934E38ED8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C80880-6AA3-CEC8-DF99-BFEF0004AC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6B79AB-FF43-527F-3C4E-4E38A99FA9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DB01CE-AD95-BE25-F225-8DA9A842D3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EC04EE-C6AD-2369-050A-CE60B6D345CF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619E12-7021-BCFA-E847-49002294FDD4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AD172C-4468-9CF5-1E1B-7A33491BA27B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3178A-96B2-D623-014F-00790614010F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669240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3022C-F6C5-35D0-1591-074E70A1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55D88-304D-203F-AEAD-B7C57C5C2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West Atlantic</a:t>
            </a:r>
          </a:p>
        </p:txBody>
      </p:sp>
    </p:spTree>
    <p:extLst>
      <p:ext uri="{BB962C8B-B14F-4D97-AF65-F5344CB8AC3E}">
        <p14:creationId xmlns:p14="http://schemas.microsoft.com/office/powerpoint/2010/main" val="2303001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E2D8-3919-FD77-9D02-FC6E936D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204926-9E2D-EB0A-5CDC-9162C619AF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8C7B01-A69F-07AA-9573-8914BDA735CB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955585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FCD7F4-4C5D-C70B-6B66-7864FF874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0ED45-1988-A4D9-5DD1-4701E5A226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596225-2049-3C74-56C6-618B066F29A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027596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27F510-5D49-C7AB-0F09-F3AF8ACD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6BD1C6-1C87-C41F-B8FF-BB231EBA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B1D6EC-834C-8AC3-0F39-D56C0ABDDAC8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6576924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EAD76-0275-BCCD-561A-A2F9BA209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0CCBA9-BAA7-A761-1049-B7A13B6EA6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9B4410-574E-70B7-6701-16B8015B8D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0768CA-3F4F-283F-0131-7FF6B9A69B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A4BC7-9B46-D6BB-8225-55134CB829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07BC9-B152-671F-8281-3D707C4952C3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CA63FF-A68F-03CB-7F2B-82EB9C0CAC46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BA597-5A99-1145-1C8B-21DD020BE626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8B1F6-AA1F-0571-5840-5B1BDCE78E19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2904469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3A4D7-AF1C-C24E-E446-73B2CE219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B6B33-3FA1-65EE-19E0-EAC3F76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Northwest Australia</a:t>
            </a:r>
          </a:p>
        </p:txBody>
      </p:sp>
    </p:spTree>
    <p:extLst>
      <p:ext uri="{BB962C8B-B14F-4D97-AF65-F5344CB8AC3E}">
        <p14:creationId xmlns:p14="http://schemas.microsoft.com/office/powerpoint/2010/main" val="22196251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78920-9553-012E-D284-F1D5ADA11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4FB2B2-A39A-4B86-0004-2330569E89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B8484-A349-EA87-9602-A7C40E97D8A2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55406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9304C8-08FA-E04C-BE93-24516FAB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EB5279-9393-1BC9-06F1-4866FFD9A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B86B18-844E-DFF6-2063-B7C17C9CF8FE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672047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6B25D1-5520-EEE3-E017-94C1470B0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5922A7-054B-4642-4CF5-40DAB52F74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84743-4826-51C0-B912-5E367E81EC36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944065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1E57E-CA3A-1BF9-139D-2E63514BD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3D4957-D771-F14F-78DD-A41DDEEF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8AF47F-29DD-C89A-2D5E-2454B31541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2C7D0-1599-93C8-9A54-EFA17FA8A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64884F-A041-83DA-03BC-01AABA20FF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696446-1343-551A-A358-24E961673490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B1B6BB-17F9-4D06-F031-1BC3C3D9A0A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DB3187-27A6-A827-F606-F2C1522E9BE6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52D8A1-0A13-87A5-A904-5EEAFA998072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9919993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53D1-38BA-DAAA-F500-2FE43D18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3A588-B47F-A3A4-ACF7-FAB2C302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Cape Basin</a:t>
            </a:r>
          </a:p>
        </p:txBody>
      </p:sp>
    </p:spTree>
    <p:extLst>
      <p:ext uri="{BB962C8B-B14F-4D97-AF65-F5344CB8AC3E}">
        <p14:creationId xmlns:p14="http://schemas.microsoft.com/office/powerpoint/2010/main" val="6254326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EF3C3-83EA-D7AF-068D-D610A582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3EDAAB-3336-F009-5800-DDF871BEC8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5D05-4C90-9FFB-13CE-06F34D674EA1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180856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0588FE-1DE7-19A0-A30E-0B4041087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E552FA-BBB4-B46A-2693-E713B1B03A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DB2F58-451C-9BB1-9384-F3A601F12E1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6405199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C06C6-6E48-5971-EF4C-22F4E3D2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EBDB05-D65E-7CC8-4551-7664B80D91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81280C-2C12-0C9E-90B9-C57C2A0D4E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E5D20-E44D-45B3-58CB-8C6AE6A34F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7FF5C6-9988-17B0-1A0F-6C25C270C47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D438A4-BCBC-6E2B-4BEC-4B01F7583227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BA2D74-4BF8-C6EB-F83E-F8EF23AB08F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BE3C-C7DA-8D71-AE42-D343FF14F6AE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A397A-063F-3ADD-05A8-D1EB1014DF00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3248377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17D6-72CF-4140-C627-743CFA12B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58532-212F-1D53-317C-285825DF6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North Pacific</a:t>
            </a:r>
          </a:p>
        </p:txBody>
      </p:sp>
    </p:spTree>
    <p:extLst>
      <p:ext uri="{BB962C8B-B14F-4D97-AF65-F5344CB8AC3E}">
        <p14:creationId xmlns:p14="http://schemas.microsoft.com/office/powerpoint/2010/main" val="3174226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C8943-C958-D13D-BF4C-AFD7BF55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72C31A-78E2-A098-23C0-C41802E7A7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3AA604-750E-D9BE-8A0C-C3C94A6FC26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5917178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77589F-AEDF-0C62-6934-666A8FBD9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0DA5C7-FAA7-84F7-1E60-6F5A810451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55BB8B-BA0B-8AF6-CC80-359DA83C949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3864559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FC1B-B34F-AEF0-CC52-F7E39AB0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D8A99B-0F5A-A572-0B74-D3DDD2F418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AEF626-9B13-5FE2-8306-264C1713EE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383E81-0773-D944-0CA3-26C306B753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176A46-4C56-0115-F72D-D06CE05D22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1281F4-998F-303F-2FF3-26059CD87AF0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3E0E0-CA43-1A31-07FD-7EE3EB3C63D9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C9F01E-0EF4-8B3C-B081-F9827C325D64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D30172-B101-0DE2-91CC-CAE7315593E3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347379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7236</TotalTime>
  <Words>109</Words>
  <Application>Microsoft Macintosh PowerPoint</Application>
  <PresentationFormat>Widescreen</PresentationFormat>
  <Paragraphs>67</Paragraphs>
  <Slides>32</Slides>
  <Notes>14</Notes>
  <HiddenSlides>11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Aptos</vt:lpstr>
      <vt:lpstr>Aptos Display</vt:lpstr>
      <vt:lpstr>Arial</vt:lpstr>
      <vt:lpstr>Office Theme</vt:lpstr>
      <vt:lpstr>ACC</vt:lpstr>
      <vt:lpstr>PowerPoint Presentation</vt:lpstr>
      <vt:lpstr>PowerPoint Presentation</vt:lpstr>
      <vt:lpstr>PowerPoint Presentation</vt:lpstr>
      <vt:lpstr>Labrador Sea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New Caledonia</vt:lpstr>
      <vt:lpstr>PowerPoint Presentation</vt:lpstr>
      <vt:lpstr>PowerPoint Presentation</vt:lpstr>
      <vt:lpstr>PowerPoint Presentation</vt:lpstr>
      <vt:lpstr>West Atlantic</vt:lpstr>
      <vt:lpstr>PowerPoint Presentation</vt:lpstr>
      <vt:lpstr>PowerPoint Presentation</vt:lpstr>
      <vt:lpstr>PowerPoint Presentation</vt:lpstr>
      <vt:lpstr>PowerPoint Presentation</vt:lpstr>
      <vt:lpstr>Northwest Australia</vt:lpstr>
      <vt:lpstr>PowerPoint Presentation</vt:lpstr>
      <vt:lpstr>PowerPoint Presentation</vt:lpstr>
      <vt:lpstr>PowerPoint Presentation</vt:lpstr>
      <vt:lpstr>PowerPoint Presentation</vt:lpstr>
      <vt:lpstr>Cape Basin</vt:lpstr>
      <vt:lpstr>PowerPoint Presentation</vt:lpstr>
      <vt:lpstr>PowerPoint Presentation</vt:lpstr>
      <vt:lpstr>PowerPoint Presentation</vt:lpstr>
      <vt:lpstr>North Pacific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Wagner, Cassidy Magnolia</dc:creator>
  <cp:lastModifiedBy>Wagner, Cassidy Magnolia</cp:lastModifiedBy>
  <cp:revision>3</cp:revision>
  <dcterms:created xsi:type="dcterms:W3CDTF">2026-06-03T23:15:01Z</dcterms:created>
  <dcterms:modified xsi:type="dcterms:W3CDTF">2026-06-16T18:45:45Z</dcterms:modified>
</cp:coreProperties>
</file>